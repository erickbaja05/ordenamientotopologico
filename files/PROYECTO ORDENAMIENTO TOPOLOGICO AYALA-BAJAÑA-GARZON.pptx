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F1FC0-70ED-4BDF-A038-814BF0F3FE8B}" v="19" dt="2025-11-25T15:05:05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ALEXIS BAJANA HURTADO" userId="4fa67803-0ae4-41af-a2f1-074b3deb4c8b" providerId="ADAL" clId="{C6F76DC8-EB73-4920-8522-63978ABECCC7}"/>
    <pc:docChg chg="undo custSel addSld modSld addMainMaster delMainMaster">
      <pc:chgData name="ERICK ALEXIS BAJANA HURTADO" userId="4fa67803-0ae4-41af-a2f1-074b3deb4c8b" providerId="ADAL" clId="{C6F76DC8-EB73-4920-8522-63978ABECCC7}" dt="2025-11-25T15:05:31.713" v="2881" actId="1076"/>
      <pc:docMkLst>
        <pc:docMk/>
      </pc:docMkLst>
      <pc:sldChg chg="addSp modSp mod setBg modClrScheme chgLayout">
        <pc:chgData name="ERICK ALEXIS BAJANA HURTADO" userId="4fa67803-0ae4-41af-a2f1-074b3deb4c8b" providerId="ADAL" clId="{C6F76DC8-EB73-4920-8522-63978ABECCC7}" dt="2025-11-25T14:43:10.268" v="137" actId="27614"/>
        <pc:sldMkLst>
          <pc:docMk/>
          <pc:sldMk cId="3971268661" sldId="256"/>
        </pc:sldMkLst>
        <pc:spChg chg="mod">
          <ac:chgData name="ERICK ALEXIS BAJANA HURTADO" userId="4fa67803-0ae4-41af-a2f1-074b3deb4c8b" providerId="ADAL" clId="{C6F76DC8-EB73-4920-8522-63978ABECCC7}" dt="2025-11-25T14:43:07.573" v="136" actId="26606"/>
          <ac:spMkLst>
            <pc:docMk/>
            <pc:sldMk cId="3971268661" sldId="256"/>
            <ac:spMk id="2" creationId="{03ED3E4D-7262-6394-5A9E-BDC67291D445}"/>
          </ac:spMkLst>
        </pc:spChg>
        <pc:spChg chg="mod">
          <ac:chgData name="ERICK ALEXIS BAJANA HURTADO" userId="4fa67803-0ae4-41af-a2f1-074b3deb4c8b" providerId="ADAL" clId="{C6F76DC8-EB73-4920-8522-63978ABECCC7}" dt="2025-11-25T14:43:07.573" v="136" actId="26606"/>
          <ac:spMkLst>
            <pc:docMk/>
            <pc:sldMk cId="3971268661" sldId="256"/>
            <ac:spMk id="3" creationId="{396046B8-AB25-2BDA-C4CA-90A1452CB708}"/>
          </ac:spMkLst>
        </pc:spChg>
        <pc:spChg chg="add">
          <ac:chgData name="ERICK ALEXIS BAJANA HURTADO" userId="4fa67803-0ae4-41af-a2f1-074b3deb4c8b" providerId="ADAL" clId="{C6F76DC8-EB73-4920-8522-63978ABECCC7}" dt="2025-11-25T14:43:07.573" v="136" actId="26606"/>
          <ac:spMkLst>
            <pc:docMk/>
            <pc:sldMk cId="3971268661" sldId="256"/>
            <ac:spMk id="9" creationId="{19F9BF86-FE94-4517-B97D-026C7515E589}"/>
          </ac:spMkLst>
        </pc:spChg>
        <pc:spChg chg="add">
          <ac:chgData name="ERICK ALEXIS BAJANA HURTADO" userId="4fa67803-0ae4-41af-a2f1-074b3deb4c8b" providerId="ADAL" clId="{C6F76DC8-EB73-4920-8522-63978ABECCC7}" dt="2025-11-25T14:43:07.573" v="136" actId="26606"/>
          <ac:spMkLst>
            <pc:docMk/>
            <pc:sldMk cId="3971268661" sldId="256"/>
            <ac:spMk id="11" creationId="{D30DD7D3-2712-4491-B2C2-5FC23330C7CB}"/>
          </ac:spMkLst>
        </pc:spChg>
        <pc:picChg chg="add mod">
          <ac:chgData name="ERICK ALEXIS BAJANA HURTADO" userId="4fa67803-0ae4-41af-a2f1-074b3deb4c8b" providerId="ADAL" clId="{C6F76DC8-EB73-4920-8522-63978ABECCC7}" dt="2025-11-25T14:43:10.268" v="137" actId="27614"/>
          <ac:picMkLst>
            <pc:docMk/>
            <pc:sldMk cId="3971268661" sldId="256"/>
            <ac:picMk id="4" creationId="{9B764902-3867-CB3E-09FC-975E650DD156}"/>
          </ac:picMkLst>
        </pc:picChg>
        <pc:cxnChg chg="add">
          <ac:chgData name="ERICK ALEXIS BAJANA HURTADO" userId="4fa67803-0ae4-41af-a2f1-074b3deb4c8b" providerId="ADAL" clId="{C6F76DC8-EB73-4920-8522-63978ABECCC7}" dt="2025-11-25T14:43:07.573" v="136" actId="26606"/>
          <ac:cxnSpMkLst>
            <pc:docMk/>
            <pc:sldMk cId="3971268661" sldId="256"/>
            <ac:cxnSpMk id="13" creationId="{FFD0734C-004D-4938-8EA0-2C3867A11A66}"/>
          </ac:cxnSpMkLst>
        </pc:cxnChg>
      </pc:sldChg>
      <pc:sldChg chg="addSp delSp modSp new mod setBg">
        <pc:chgData name="ERICK ALEXIS BAJANA HURTADO" userId="4fa67803-0ae4-41af-a2f1-074b3deb4c8b" providerId="ADAL" clId="{C6F76DC8-EB73-4920-8522-63978ABECCC7}" dt="2025-11-25T14:56:18.438" v="1726" actId="5793"/>
        <pc:sldMkLst>
          <pc:docMk/>
          <pc:sldMk cId="1518690781" sldId="257"/>
        </pc:sldMkLst>
        <pc:spChg chg="mod">
          <ac:chgData name="ERICK ALEXIS BAJANA HURTADO" userId="4fa67803-0ae4-41af-a2f1-074b3deb4c8b" providerId="ADAL" clId="{C6F76DC8-EB73-4920-8522-63978ABECCC7}" dt="2025-11-25T14:48:06.404" v="801" actId="20577"/>
          <ac:spMkLst>
            <pc:docMk/>
            <pc:sldMk cId="1518690781" sldId="257"/>
            <ac:spMk id="2" creationId="{0BBAE3BD-B583-A5D8-71FF-B648BDFC63ED}"/>
          </ac:spMkLst>
        </pc:spChg>
        <pc:spChg chg="mod ord">
          <ac:chgData name="ERICK ALEXIS BAJANA HURTADO" userId="4fa67803-0ae4-41af-a2f1-074b3deb4c8b" providerId="ADAL" clId="{C6F76DC8-EB73-4920-8522-63978ABECCC7}" dt="2025-11-25T14:56:18.438" v="1726" actId="5793"/>
          <ac:spMkLst>
            <pc:docMk/>
            <pc:sldMk cId="1518690781" sldId="257"/>
            <ac:spMk id="3" creationId="{F942EB94-E917-9004-6E4D-AA1632163A9C}"/>
          </ac:spMkLst>
        </pc:spChg>
        <pc:spChg chg="del">
          <ac:chgData name="ERICK ALEXIS BAJANA HURTADO" userId="4fa67803-0ae4-41af-a2f1-074b3deb4c8b" providerId="ADAL" clId="{C6F76DC8-EB73-4920-8522-63978ABECCC7}" dt="2025-11-25T14:46:40.825" v="674" actId="478"/>
          <ac:spMkLst>
            <pc:docMk/>
            <pc:sldMk cId="1518690781" sldId="257"/>
            <ac:spMk id="4" creationId="{B0FA2C70-CD50-667C-5DB0-52DE9AE38561}"/>
          </ac:spMkLst>
        </pc:spChg>
        <pc:spChg chg="add del">
          <ac:chgData name="ERICK ALEXIS BAJANA HURTADO" userId="4fa67803-0ae4-41af-a2f1-074b3deb4c8b" providerId="ADAL" clId="{C6F76DC8-EB73-4920-8522-63978ABECCC7}" dt="2025-11-25T14:47:07.818" v="680" actId="26606"/>
          <ac:spMkLst>
            <pc:docMk/>
            <pc:sldMk cId="1518690781" sldId="257"/>
            <ac:spMk id="13" creationId="{744CAA32-F237-419C-A2DD-43C28D920D3C}"/>
          </ac:spMkLst>
        </pc:spChg>
        <pc:spChg chg="add del">
          <ac:chgData name="ERICK ALEXIS BAJANA HURTADO" userId="4fa67803-0ae4-41af-a2f1-074b3deb4c8b" providerId="ADAL" clId="{C6F76DC8-EB73-4920-8522-63978ABECCC7}" dt="2025-11-25T14:47:11.884" v="682" actId="26606"/>
          <ac:spMkLst>
            <pc:docMk/>
            <pc:sldMk cId="1518690781" sldId="257"/>
            <ac:spMk id="18" creationId="{744CAA32-F237-419C-A2DD-43C28D920D3C}"/>
          </ac:spMkLst>
        </pc:spChg>
        <pc:spChg chg="add">
          <ac:chgData name="ERICK ALEXIS BAJANA HURTADO" userId="4fa67803-0ae4-41af-a2f1-074b3deb4c8b" providerId="ADAL" clId="{C6F76DC8-EB73-4920-8522-63978ABECCC7}" dt="2025-11-25T14:47:11.890" v="683" actId="26606"/>
          <ac:spMkLst>
            <pc:docMk/>
            <pc:sldMk cId="1518690781" sldId="257"/>
            <ac:spMk id="22" creationId="{DBDA151C-5770-45E4-AAFF-59E7F403866D}"/>
          </ac:spMkLst>
        </pc:spChg>
        <pc:picChg chg="add mod">
          <ac:chgData name="ERICK ALEXIS BAJANA HURTADO" userId="4fa67803-0ae4-41af-a2f1-074b3deb4c8b" providerId="ADAL" clId="{C6F76DC8-EB73-4920-8522-63978ABECCC7}" dt="2025-11-25T14:47:39.092" v="704" actId="1076"/>
          <ac:picMkLst>
            <pc:docMk/>
            <pc:sldMk cId="1518690781" sldId="257"/>
            <ac:picMk id="6" creationId="{00D9699F-118B-64F6-C01A-12732EFCC0CE}"/>
          </ac:picMkLst>
        </pc:picChg>
        <pc:cxnChg chg="add del">
          <ac:chgData name="ERICK ALEXIS BAJANA HURTADO" userId="4fa67803-0ae4-41af-a2f1-074b3deb4c8b" providerId="ADAL" clId="{C6F76DC8-EB73-4920-8522-63978ABECCC7}" dt="2025-11-25T14:47:07.818" v="680" actId="26606"/>
          <ac:cxnSpMkLst>
            <pc:docMk/>
            <pc:sldMk cId="1518690781" sldId="257"/>
            <ac:cxnSpMk id="11" creationId="{118E06E4-607B-144B-382B-AD3D06B1EE8C}"/>
          </ac:cxnSpMkLst>
        </pc:cxnChg>
        <pc:cxnChg chg="add del">
          <ac:chgData name="ERICK ALEXIS BAJANA HURTADO" userId="4fa67803-0ae4-41af-a2f1-074b3deb4c8b" providerId="ADAL" clId="{C6F76DC8-EB73-4920-8522-63978ABECCC7}" dt="2025-11-25T14:47:07.818" v="680" actId="26606"/>
          <ac:cxnSpMkLst>
            <pc:docMk/>
            <pc:sldMk cId="1518690781" sldId="257"/>
            <ac:cxnSpMk id="15" creationId="{02C7985C-B0C3-CC50-E86A-B5EBA40E01DF}"/>
          </ac:cxnSpMkLst>
        </pc:cxnChg>
        <pc:cxnChg chg="add del">
          <ac:chgData name="ERICK ALEXIS BAJANA HURTADO" userId="4fa67803-0ae4-41af-a2f1-074b3deb4c8b" providerId="ADAL" clId="{C6F76DC8-EB73-4920-8522-63978ABECCC7}" dt="2025-11-25T14:47:11.884" v="682" actId="26606"/>
          <ac:cxnSpMkLst>
            <pc:docMk/>
            <pc:sldMk cId="1518690781" sldId="257"/>
            <ac:cxnSpMk id="17" creationId="{118E06E4-607B-144B-382B-AD3D06B1EE8C}"/>
          </ac:cxnSpMkLst>
        </pc:cxnChg>
        <pc:cxnChg chg="add del">
          <ac:chgData name="ERICK ALEXIS BAJANA HURTADO" userId="4fa67803-0ae4-41af-a2f1-074b3deb4c8b" providerId="ADAL" clId="{C6F76DC8-EB73-4920-8522-63978ABECCC7}" dt="2025-11-25T14:47:11.884" v="682" actId="26606"/>
          <ac:cxnSpMkLst>
            <pc:docMk/>
            <pc:sldMk cId="1518690781" sldId="257"/>
            <ac:cxnSpMk id="19" creationId="{92025DBA-8780-9CA0-2826-FF6E3BD1A0C9}"/>
          </ac:cxnSpMkLst>
        </pc:cxnChg>
        <pc:cxnChg chg="add">
          <ac:chgData name="ERICK ALEXIS BAJANA HURTADO" userId="4fa67803-0ae4-41af-a2f1-074b3deb4c8b" providerId="ADAL" clId="{C6F76DC8-EB73-4920-8522-63978ABECCC7}" dt="2025-11-25T14:47:11.890" v="683" actId="26606"/>
          <ac:cxnSpMkLst>
            <pc:docMk/>
            <pc:sldMk cId="1518690781" sldId="257"/>
            <ac:cxnSpMk id="21" creationId="{118E06E4-607B-144B-382B-AD3D06B1EE8C}"/>
          </ac:cxnSpMkLst>
        </pc:cxnChg>
        <pc:cxnChg chg="add">
          <ac:chgData name="ERICK ALEXIS BAJANA HURTADO" userId="4fa67803-0ae4-41af-a2f1-074b3deb4c8b" providerId="ADAL" clId="{C6F76DC8-EB73-4920-8522-63978ABECCC7}" dt="2025-11-25T14:47:11.890" v="683" actId="26606"/>
          <ac:cxnSpMkLst>
            <pc:docMk/>
            <pc:sldMk cId="1518690781" sldId="257"/>
            <ac:cxnSpMk id="23" creationId="{2EA0F4A6-3CC9-C9E2-BA02-58FA29F7DD8E}"/>
          </ac:cxnSpMkLst>
        </pc:cxnChg>
      </pc:sldChg>
      <pc:sldChg chg="addSp delSp modSp new mod">
        <pc:chgData name="ERICK ALEXIS BAJANA HURTADO" userId="4fa67803-0ae4-41af-a2f1-074b3deb4c8b" providerId="ADAL" clId="{C6F76DC8-EB73-4920-8522-63978ABECCC7}" dt="2025-11-25T14:50:42.993" v="1085" actId="1076"/>
        <pc:sldMkLst>
          <pc:docMk/>
          <pc:sldMk cId="2664118349" sldId="258"/>
        </pc:sldMkLst>
        <pc:spChg chg="mod">
          <ac:chgData name="ERICK ALEXIS BAJANA HURTADO" userId="4fa67803-0ae4-41af-a2f1-074b3deb4c8b" providerId="ADAL" clId="{C6F76DC8-EB73-4920-8522-63978ABECCC7}" dt="2025-11-25T14:49:02.376" v="855" actId="20577"/>
          <ac:spMkLst>
            <pc:docMk/>
            <pc:sldMk cId="2664118349" sldId="258"/>
            <ac:spMk id="2" creationId="{B1140067-FC05-C46E-BB02-766A8943F581}"/>
          </ac:spMkLst>
        </pc:spChg>
        <pc:spChg chg="mod">
          <ac:chgData name="ERICK ALEXIS BAJANA HURTADO" userId="4fa67803-0ae4-41af-a2f1-074b3deb4c8b" providerId="ADAL" clId="{C6F76DC8-EB73-4920-8522-63978ABECCC7}" dt="2025-11-25T14:50:23.403" v="1079" actId="14100"/>
          <ac:spMkLst>
            <pc:docMk/>
            <pc:sldMk cId="2664118349" sldId="258"/>
            <ac:spMk id="3" creationId="{E7662583-C8CB-AD0F-65FE-1627D54EE3AA}"/>
          </ac:spMkLst>
        </pc:spChg>
        <pc:spChg chg="del">
          <ac:chgData name="ERICK ALEXIS BAJANA HURTADO" userId="4fa67803-0ae4-41af-a2f1-074b3deb4c8b" providerId="ADAL" clId="{C6F76DC8-EB73-4920-8522-63978ABECCC7}" dt="2025-11-25T14:50:24.361" v="1080" actId="478"/>
          <ac:spMkLst>
            <pc:docMk/>
            <pc:sldMk cId="2664118349" sldId="258"/>
            <ac:spMk id="4" creationId="{F6BCB897-D27C-1FD7-21E3-A4793E175A22}"/>
          </ac:spMkLst>
        </pc:spChg>
        <pc:picChg chg="add mod">
          <ac:chgData name="ERICK ALEXIS BAJANA HURTADO" userId="4fa67803-0ae4-41af-a2f1-074b3deb4c8b" providerId="ADAL" clId="{C6F76DC8-EB73-4920-8522-63978ABECCC7}" dt="2025-11-25T14:50:42.993" v="1085" actId="1076"/>
          <ac:picMkLst>
            <pc:docMk/>
            <pc:sldMk cId="2664118349" sldId="258"/>
            <ac:picMk id="6" creationId="{89675573-3BBC-C4F7-B0DC-DBA65011C981}"/>
          </ac:picMkLst>
        </pc:picChg>
      </pc:sldChg>
      <pc:sldChg chg="addSp delSp modSp new mod">
        <pc:chgData name="ERICK ALEXIS BAJANA HURTADO" userId="4fa67803-0ae4-41af-a2f1-074b3deb4c8b" providerId="ADAL" clId="{C6F76DC8-EB73-4920-8522-63978ABECCC7}" dt="2025-11-25T14:53:18.011" v="1525" actId="1076"/>
        <pc:sldMkLst>
          <pc:docMk/>
          <pc:sldMk cId="1235709209" sldId="259"/>
        </pc:sldMkLst>
        <pc:spChg chg="mod">
          <ac:chgData name="ERICK ALEXIS BAJANA HURTADO" userId="4fa67803-0ae4-41af-a2f1-074b3deb4c8b" providerId="ADAL" clId="{C6F76DC8-EB73-4920-8522-63978ABECCC7}" dt="2025-11-25T14:51:06.408" v="1125" actId="20577"/>
          <ac:spMkLst>
            <pc:docMk/>
            <pc:sldMk cId="1235709209" sldId="259"/>
            <ac:spMk id="2" creationId="{47863BC1-4A81-0350-443D-2FC25BE07205}"/>
          </ac:spMkLst>
        </pc:spChg>
        <pc:spChg chg="mod">
          <ac:chgData name="ERICK ALEXIS BAJANA HURTADO" userId="4fa67803-0ae4-41af-a2f1-074b3deb4c8b" providerId="ADAL" clId="{C6F76DC8-EB73-4920-8522-63978ABECCC7}" dt="2025-11-25T14:52:46.634" v="1519" actId="20577"/>
          <ac:spMkLst>
            <pc:docMk/>
            <pc:sldMk cId="1235709209" sldId="259"/>
            <ac:spMk id="3" creationId="{33865B49-A6DD-59D0-20BC-721F3BCC3298}"/>
          </ac:spMkLst>
        </pc:spChg>
        <pc:spChg chg="del">
          <ac:chgData name="ERICK ALEXIS BAJANA HURTADO" userId="4fa67803-0ae4-41af-a2f1-074b3deb4c8b" providerId="ADAL" clId="{C6F76DC8-EB73-4920-8522-63978ABECCC7}" dt="2025-11-25T14:52:48.920" v="1520" actId="478"/>
          <ac:spMkLst>
            <pc:docMk/>
            <pc:sldMk cId="1235709209" sldId="259"/>
            <ac:spMk id="4" creationId="{0743608C-4B70-D54D-4F2C-31B394773F1A}"/>
          </ac:spMkLst>
        </pc:spChg>
        <pc:picChg chg="add mod">
          <ac:chgData name="ERICK ALEXIS BAJANA HURTADO" userId="4fa67803-0ae4-41af-a2f1-074b3deb4c8b" providerId="ADAL" clId="{C6F76DC8-EB73-4920-8522-63978ABECCC7}" dt="2025-11-25T14:53:18.011" v="1525" actId="1076"/>
          <ac:picMkLst>
            <pc:docMk/>
            <pc:sldMk cId="1235709209" sldId="259"/>
            <ac:picMk id="1026" creationId="{D2BD93CE-46C0-7E50-B881-929223D39123}"/>
          </ac:picMkLst>
        </pc:picChg>
      </pc:sldChg>
      <pc:sldChg chg="addSp delSp modSp new mod modClrScheme chgLayout">
        <pc:chgData name="ERICK ALEXIS BAJANA HURTADO" userId="4fa67803-0ae4-41af-a2f1-074b3deb4c8b" providerId="ADAL" clId="{C6F76DC8-EB73-4920-8522-63978ABECCC7}" dt="2025-11-25T14:56:09.350" v="1725" actId="1076"/>
        <pc:sldMkLst>
          <pc:docMk/>
          <pc:sldMk cId="260233801" sldId="260"/>
        </pc:sldMkLst>
        <pc:spChg chg="mod ord">
          <ac:chgData name="ERICK ALEXIS BAJANA HURTADO" userId="4fa67803-0ae4-41af-a2f1-074b3deb4c8b" providerId="ADAL" clId="{C6F76DC8-EB73-4920-8522-63978ABECCC7}" dt="2025-11-25T14:54:31.989" v="1683" actId="700"/>
          <ac:spMkLst>
            <pc:docMk/>
            <pc:sldMk cId="260233801" sldId="260"/>
            <ac:spMk id="2" creationId="{14F6C98C-DBFA-8FDC-C7B3-F4993F1EF6FF}"/>
          </ac:spMkLst>
        </pc:spChg>
        <pc:spChg chg="del mod ord">
          <ac:chgData name="ERICK ALEXIS BAJANA HURTADO" userId="4fa67803-0ae4-41af-a2f1-074b3deb4c8b" providerId="ADAL" clId="{C6F76DC8-EB73-4920-8522-63978ABECCC7}" dt="2025-11-25T14:54:31.989" v="1683" actId="700"/>
          <ac:spMkLst>
            <pc:docMk/>
            <pc:sldMk cId="260233801" sldId="260"/>
            <ac:spMk id="3" creationId="{D437FC54-39FD-87BA-DC72-EE5E902CCA5B}"/>
          </ac:spMkLst>
        </pc:spChg>
        <pc:spChg chg="mod ord">
          <ac:chgData name="ERICK ALEXIS BAJANA HURTADO" userId="4fa67803-0ae4-41af-a2f1-074b3deb4c8b" providerId="ADAL" clId="{C6F76DC8-EB73-4920-8522-63978ABECCC7}" dt="2025-11-25T14:55:00.861" v="1714" actId="1076"/>
          <ac:spMkLst>
            <pc:docMk/>
            <pc:sldMk cId="260233801" sldId="260"/>
            <ac:spMk id="4" creationId="{91A82E84-93D8-7C3E-008C-A2980AD060D4}"/>
          </ac:spMkLst>
        </pc:spChg>
        <pc:spChg chg="add del mod ord">
          <ac:chgData name="ERICK ALEXIS BAJANA HURTADO" userId="4fa67803-0ae4-41af-a2f1-074b3deb4c8b" providerId="ADAL" clId="{C6F76DC8-EB73-4920-8522-63978ABECCC7}" dt="2025-11-25T14:55:47.708" v="1716" actId="478"/>
          <ac:spMkLst>
            <pc:docMk/>
            <pc:sldMk cId="260233801" sldId="260"/>
            <ac:spMk id="5" creationId="{8AACD072-CB85-68E8-15DB-92F2417C3D12}"/>
          </ac:spMkLst>
        </pc:spChg>
        <pc:spChg chg="add del">
          <ac:chgData name="ERICK ALEXIS BAJANA HURTADO" userId="4fa67803-0ae4-41af-a2f1-074b3deb4c8b" providerId="ADAL" clId="{C6F76DC8-EB73-4920-8522-63978ABECCC7}" dt="2025-11-25T14:55:50.401" v="1718" actId="478"/>
          <ac:spMkLst>
            <pc:docMk/>
            <pc:sldMk cId="260233801" sldId="260"/>
            <ac:spMk id="6" creationId="{475A0719-4FF3-E63B-FC39-4AB4159BA323}"/>
          </ac:spMkLst>
        </pc:spChg>
        <pc:picChg chg="add mod">
          <ac:chgData name="ERICK ALEXIS BAJANA HURTADO" userId="4fa67803-0ae4-41af-a2f1-074b3deb4c8b" providerId="ADAL" clId="{C6F76DC8-EB73-4920-8522-63978ABECCC7}" dt="2025-11-25T14:56:09.350" v="1725" actId="1076"/>
          <ac:picMkLst>
            <pc:docMk/>
            <pc:sldMk cId="260233801" sldId="260"/>
            <ac:picMk id="2052" creationId="{1FE8C593-2773-6CE8-A0CE-3B9F3CB6C1FA}"/>
          </ac:picMkLst>
        </pc:picChg>
      </pc:sldChg>
      <pc:sldChg chg="addSp modSp new mod">
        <pc:chgData name="ERICK ALEXIS BAJANA HURTADO" userId="4fa67803-0ae4-41af-a2f1-074b3deb4c8b" providerId="ADAL" clId="{C6F76DC8-EB73-4920-8522-63978ABECCC7}" dt="2025-11-25T15:01:27.236" v="2499" actId="122"/>
        <pc:sldMkLst>
          <pc:docMk/>
          <pc:sldMk cId="3970347033" sldId="261"/>
        </pc:sldMkLst>
        <pc:spChg chg="mod">
          <ac:chgData name="ERICK ALEXIS BAJANA HURTADO" userId="4fa67803-0ae4-41af-a2f1-074b3deb4c8b" providerId="ADAL" clId="{C6F76DC8-EB73-4920-8522-63978ABECCC7}" dt="2025-11-25T14:57:25.893" v="1754" actId="20577"/>
          <ac:spMkLst>
            <pc:docMk/>
            <pc:sldMk cId="3970347033" sldId="261"/>
            <ac:spMk id="2" creationId="{6D6DD473-3977-C363-3A92-FEA5A5DAC9D4}"/>
          </ac:spMkLst>
        </pc:spChg>
        <pc:spChg chg="mod">
          <ac:chgData name="ERICK ALEXIS BAJANA HURTADO" userId="4fa67803-0ae4-41af-a2f1-074b3deb4c8b" providerId="ADAL" clId="{C6F76DC8-EB73-4920-8522-63978ABECCC7}" dt="2025-11-25T14:57:40.886" v="1773" actId="1076"/>
          <ac:spMkLst>
            <pc:docMk/>
            <pc:sldMk cId="3970347033" sldId="261"/>
            <ac:spMk id="3" creationId="{A2FA6AA5-494F-E7F2-D767-E84366AA6E9A}"/>
          </ac:spMkLst>
        </pc:spChg>
        <pc:spChg chg="mod">
          <ac:chgData name="ERICK ALEXIS BAJANA HURTADO" userId="4fa67803-0ae4-41af-a2f1-074b3deb4c8b" providerId="ADAL" clId="{C6F76DC8-EB73-4920-8522-63978ABECCC7}" dt="2025-11-25T14:58:19.783" v="1813" actId="14100"/>
          <ac:spMkLst>
            <pc:docMk/>
            <pc:sldMk cId="3970347033" sldId="261"/>
            <ac:spMk id="4" creationId="{34B401C6-B17B-1DCD-9680-959BB25CC486}"/>
          </ac:spMkLst>
        </pc:spChg>
        <pc:spChg chg="mod">
          <ac:chgData name="ERICK ALEXIS BAJANA HURTADO" userId="4fa67803-0ae4-41af-a2f1-074b3deb4c8b" providerId="ADAL" clId="{C6F76DC8-EB73-4920-8522-63978ABECCC7}" dt="2025-11-25T14:57:44.221" v="1774" actId="1076"/>
          <ac:spMkLst>
            <pc:docMk/>
            <pc:sldMk cId="3970347033" sldId="261"/>
            <ac:spMk id="5" creationId="{23318C05-4ADA-4757-FA86-8FAC95E5F537}"/>
          </ac:spMkLst>
        </pc:spChg>
        <pc:spChg chg="mod">
          <ac:chgData name="ERICK ALEXIS BAJANA HURTADO" userId="4fa67803-0ae4-41af-a2f1-074b3deb4c8b" providerId="ADAL" clId="{C6F76DC8-EB73-4920-8522-63978ABECCC7}" dt="2025-11-25T14:58:25.503" v="1815" actId="1076"/>
          <ac:spMkLst>
            <pc:docMk/>
            <pc:sldMk cId="3970347033" sldId="261"/>
            <ac:spMk id="6" creationId="{0FCDEA47-BE4F-353E-3AF4-0CC930A2F342}"/>
          </ac:spMkLst>
        </pc:spChg>
        <pc:spChg chg="add mod">
          <ac:chgData name="ERICK ALEXIS BAJANA HURTADO" userId="4fa67803-0ae4-41af-a2f1-074b3deb4c8b" providerId="ADAL" clId="{C6F76DC8-EB73-4920-8522-63978ABECCC7}" dt="2025-11-25T15:01:27.236" v="2499" actId="122"/>
          <ac:spMkLst>
            <pc:docMk/>
            <pc:sldMk cId="3970347033" sldId="261"/>
            <ac:spMk id="7" creationId="{D9841F1A-61FD-6859-CBD8-6061EF05BD46}"/>
          </ac:spMkLst>
        </pc:spChg>
      </pc:sldChg>
      <pc:sldChg chg="addSp modSp new mod">
        <pc:chgData name="ERICK ALEXIS BAJANA HURTADO" userId="4fa67803-0ae4-41af-a2f1-074b3deb4c8b" providerId="ADAL" clId="{C6F76DC8-EB73-4920-8522-63978ABECCC7}" dt="2025-11-25T15:03:30.408" v="2649" actId="1076"/>
        <pc:sldMkLst>
          <pc:docMk/>
          <pc:sldMk cId="2691011685" sldId="262"/>
        </pc:sldMkLst>
        <pc:spChg chg="add mod">
          <ac:chgData name="ERICK ALEXIS BAJANA HURTADO" userId="4fa67803-0ae4-41af-a2f1-074b3deb4c8b" providerId="ADAL" clId="{C6F76DC8-EB73-4920-8522-63978ABECCC7}" dt="2025-11-25T15:02:49.376" v="2542" actId="404"/>
          <ac:spMkLst>
            <pc:docMk/>
            <pc:sldMk cId="2691011685" sldId="262"/>
            <ac:spMk id="2" creationId="{1988AE19-4B65-637E-5E6D-E7B90F2DDDB1}"/>
          </ac:spMkLst>
        </pc:spChg>
        <pc:spChg chg="add mod">
          <ac:chgData name="ERICK ALEXIS BAJANA HURTADO" userId="4fa67803-0ae4-41af-a2f1-074b3deb4c8b" providerId="ADAL" clId="{C6F76DC8-EB73-4920-8522-63978ABECCC7}" dt="2025-11-25T15:03:30.408" v="2649" actId="1076"/>
          <ac:spMkLst>
            <pc:docMk/>
            <pc:sldMk cId="2691011685" sldId="262"/>
            <ac:spMk id="5" creationId="{02C428E9-EC89-76C2-468B-8BE17051A1CE}"/>
          </ac:spMkLst>
        </pc:spChg>
        <pc:picChg chg="add mod">
          <ac:chgData name="ERICK ALEXIS BAJANA HURTADO" userId="4fa67803-0ae4-41af-a2f1-074b3deb4c8b" providerId="ADAL" clId="{C6F76DC8-EB73-4920-8522-63978ABECCC7}" dt="2025-11-25T15:03:25.907" v="2645" actId="1076"/>
          <ac:picMkLst>
            <pc:docMk/>
            <pc:sldMk cId="2691011685" sldId="262"/>
            <ac:picMk id="4" creationId="{9A30B343-B8F1-5634-CFF9-9EA095B34C18}"/>
          </ac:picMkLst>
        </pc:picChg>
      </pc:sldChg>
      <pc:sldChg chg="addSp delSp modSp add mod">
        <pc:chgData name="ERICK ALEXIS BAJANA HURTADO" userId="4fa67803-0ae4-41af-a2f1-074b3deb4c8b" providerId="ADAL" clId="{C6F76DC8-EB73-4920-8522-63978ABECCC7}" dt="2025-11-25T15:04:57.877" v="2817" actId="20577"/>
        <pc:sldMkLst>
          <pc:docMk/>
          <pc:sldMk cId="906342484" sldId="263"/>
        </pc:sldMkLst>
        <pc:spChg chg="mod">
          <ac:chgData name="ERICK ALEXIS BAJANA HURTADO" userId="4fa67803-0ae4-41af-a2f1-074b3deb4c8b" providerId="ADAL" clId="{C6F76DC8-EB73-4920-8522-63978ABECCC7}" dt="2025-11-25T15:04:57.877" v="2817" actId="20577"/>
          <ac:spMkLst>
            <pc:docMk/>
            <pc:sldMk cId="906342484" sldId="263"/>
            <ac:spMk id="5" creationId="{8FDCE3D7-FDE7-3F58-62D5-16FA6C2E8E8C}"/>
          </ac:spMkLst>
        </pc:spChg>
        <pc:picChg chg="del">
          <ac:chgData name="ERICK ALEXIS BAJANA HURTADO" userId="4fa67803-0ae4-41af-a2f1-074b3deb4c8b" providerId="ADAL" clId="{C6F76DC8-EB73-4920-8522-63978ABECCC7}" dt="2025-11-25T15:04:05.389" v="2651" actId="478"/>
          <ac:picMkLst>
            <pc:docMk/>
            <pc:sldMk cId="906342484" sldId="263"/>
            <ac:picMk id="4" creationId="{E36D15A5-6775-5186-535E-282051121AFF}"/>
          </ac:picMkLst>
        </pc:picChg>
        <pc:picChg chg="add mod">
          <ac:chgData name="ERICK ALEXIS BAJANA HURTADO" userId="4fa67803-0ae4-41af-a2f1-074b3deb4c8b" providerId="ADAL" clId="{C6F76DC8-EB73-4920-8522-63978ABECCC7}" dt="2025-11-25T15:04:14.214" v="2660" actId="1076"/>
          <ac:picMkLst>
            <pc:docMk/>
            <pc:sldMk cId="906342484" sldId="263"/>
            <ac:picMk id="6" creationId="{38A46899-E4C1-2A70-887A-AAA8B10D2F45}"/>
          </ac:picMkLst>
        </pc:picChg>
      </pc:sldChg>
      <pc:sldChg chg="addSp modSp new mod">
        <pc:chgData name="ERICK ALEXIS BAJANA HURTADO" userId="4fa67803-0ae4-41af-a2f1-074b3deb4c8b" providerId="ADAL" clId="{C6F76DC8-EB73-4920-8522-63978ABECCC7}" dt="2025-11-25T15:05:31.713" v="2881" actId="1076"/>
        <pc:sldMkLst>
          <pc:docMk/>
          <pc:sldMk cId="2095242637" sldId="264"/>
        </pc:sldMkLst>
        <pc:spChg chg="add mod">
          <ac:chgData name="ERICK ALEXIS BAJANA HURTADO" userId="4fa67803-0ae4-41af-a2f1-074b3deb4c8b" providerId="ADAL" clId="{C6F76DC8-EB73-4920-8522-63978ABECCC7}" dt="2025-11-25T15:05:31.713" v="2881" actId="1076"/>
          <ac:spMkLst>
            <pc:docMk/>
            <pc:sldMk cId="2095242637" sldId="264"/>
            <ac:spMk id="2" creationId="{469E401D-5994-03BF-E43E-A05ECC3BE57A}"/>
          </ac:spMkLst>
        </pc:spChg>
      </pc:sldChg>
      <pc:sldMasterChg chg="del delSldLayout">
        <pc:chgData name="ERICK ALEXIS BAJANA HURTADO" userId="4fa67803-0ae4-41af-a2f1-074b3deb4c8b" providerId="ADAL" clId="{C6F76DC8-EB73-4920-8522-63978ABECCC7}" dt="2025-11-25T14:43:07.573" v="136" actId="26606"/>
        <pc:sldMasterMkLst>
          <pc:docMk/>
          <pc:sldMasterMk cId="2806199692" sldId="2147483648"/>
        </pc:sldMasterMkLst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2654288232" sldId="2147483649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4023416104" sldId="2147483650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1811339307" sldId="2147483651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4059598756" sldId="2147483652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898934939" sldId="2147483653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2455377627" sldId="2147483654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1177760883" sldId="2147483655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1261747870" sldId="2147483656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3196949240" sldId="2147483657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4200555876" sldId="2147483658"/>
          </pc:sldLayoutMkLst>
        </pc:sldLayoutChg>
        <pc:sldLayoutChg chg="del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2806199692" sldId="2147483648"/>
            <pc:sldLayoutMk cId="218573040" sldId="2147483659"/>
          </pc:sldLayoutMkLst>
        </pc:sldLayoutChg>
      </pc:sldMasterChg>
      <pc:sldMasterChg chg="add addSldLayout">
        <pc:chgData name="ERICK ALEXIS BAJANA HURTADO" userId="4fa67803-0ae4-41af-a2f1-074b3deb4c8b" providerId="ADAL" clId="{C6F76DC8-EB73-4920-8522-63978ABECCC7}" dt="2025-11-25T14:43:07.573" v="136" actId="26606"/>
        <pc:sldMasterMkLst>
          <pc:docMk/>
          <pc:sldMasterMk cId="386447656" sldId="2147483699"/>
        </pc:sldMasterMkLst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3882930338" sldId="2147483688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417245557" sldId="2147483689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1179573878" sldId="2147483690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3210172589" sldId="2147483691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2787735686" sldId="2147483692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3884796793" sldId="2147483693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4155439369" sldId="2147483694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2587606878" sldId="2147483695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779007894" sldId="2147483696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1126106979" sldId="2147483697"/>
          </pc:sldLayoutMkLst>
        </pc:sldLayoutChg>
        <pc:sldLayoutChg chg="add">
          <pc:chgData name="ERICK ALEXIS BAJANA HURTADO" userId="4fa67803-0ae4-41af-a2f1-074b3deb4c8b" providerId="ADAL" clId="{C6F76DC8-EB73-4920-8522-63978ABECCC7}" dt="2025-11-25T14:43:07.573" v="136" actId="26606"/>
          <pc:sldLayoutMkLst>
            <pc:docMk/>
            <pc:sldMasterMk cId="386447656" sldId="2147483699"/>
            <pc:sldLayoutMk cId="2692443661" sldId="214748369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3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0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00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0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4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3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3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7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7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79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4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pyramid with a pink ball on top&#10;&#10;AI-generated content may be incorrect.">
            <a:extLst>
              <a:ext uri="{FF2B5EF4-FFF2-40B4-BE49-F238E27FC236}">
                <a16:creationId xmlns:a16="http://schemas.microsoft.com/office/drawing/2014/main" id="{9B764902-3867-CB3E-09FC-975E650D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45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D3E4D-7262-6394-5A9E-BDC67291D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4200"/>
              <a:t>PROYECTO DE ORDENAMIENTO TOPOLÓGICO</a:t>
            </a:r>
            <a:endParaRPr lang="en-GB" sz="4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046B8-AB25-2BDA-C4CA-90A1452CB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es-MX" dirty="0"/>
              <a:t>BRYAN AYALA/BAJAÑA ERICK/ GARZÓN RICARDO – GR1SW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26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AE3BD-B583-A5D8-71FF-B648BDFC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¿En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orden</a:t>
            </a:r>
            <a:r>
              <a:rPr lang="en-US" dirty="0"/>
              <a:t> </a:t>
            </a:r>
            <a:r>
              <a:rPr lang="en-US" dirty="0" err="1"/>
              <a:t>debo</a:t>
            </a:r>
            <a:r>
              <a:rPr lang="en-US" dirty="0"/>
              <a:t> </a:t>
            </a:r>
            <a:r>
              <a:rPr lang="en-US" dirty="0" err="1"/>
              <a:t>tomar</a:t>
            </a:r>
            <a:r>
              <a:rPr lang="en-US" dirty="0"/>
              <a:t> mis </a:t>
            </a:r>
            <a:r>
              <a:rPr lang="en-US" dirty="0" err="1"/>
              <a:t>materias</a:t>
            </a:r>
            <a:r>
              <a:rPr lang="en-US" dirty="0"/>
              <a:t>?</a:t>
            </a:r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00D9699F-118B-64F6-C01A-12732EFCC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5719"/>
            <a:ext cx="5721273" cy="39190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EB94-E917-9004-6E4D-AA1632163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72699" y="1815719"/>
            <a:ext cx="5286682" cy="401105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En las </a:t>
            </a:r>
            <a:r>
              <a:rPr lang="en-US" sz="2800" dirty="0" err="1"/>
              <a:t>instituciones</a:t>
            </a:r>
            <a:r>
              <a:rPr lang="en-US" sz="2800" dirty="0"/>
              <a:t> </a:t>
            </a:r>
            <a:r>
              <a:rPr lang="en-US" sz="2800" dirty="0" err="1"/>
              <a:t>educativas</a:t>
            </a:r>
            <a:r>
              <a:rPr lang="en-US" sz="2800" dirty="0"/>
              <a:t>, se </a:t>
            </a:r>
            <a:r>
              <a:rPr lang="en-US" sz="2800" dirty="0" err="1"/>
              <a:t>necesita</a:t>
            </a:r>
            <a:r>
              <a:rPr lang="en-US" sz="2800" dirty="0"/>
              <a:t> </a:t>
            </a:r>
            <a:r>
              <a:rPr lang="en-US" sz="2800" dirty="0" err="1"/>
              <a:t>gestionar</a:t>
            </a:r>
            <a:r>
              <a:rPr lang="en-US" sz="2800" dirty="0"/>
              <a:t> la </a:t>
            </a:r>
            <a:r>
              <a:rPr lang="en-US" sz="2800" dirty="0" err="1"/>
              <a:t>toma</a:t>
            </a:r>
            <a:r>
              <a:rPr lang="en-US" sz="2800" dirty="0"/>
              <a:t> </a:t>
            </a:r>
            <a:r>
              <a:rPr lang="en-US" sz="2800" dirty="0" err="1"/>
              <a:t>académica</a:t>
            </a:r>
            <a:r>
              <a:rPr lang="en-US" sz="2800" dirty="0"/>
              <a:t> de las </a:t>
            </a:r>
            <a:r>
              <a:rPr lang="en-US" sz="2800" dirty="0" err="1"/>
              <a:t>asignaturas</a:t>
            </a:r>
            <a:r>
              <a:rPr lang="en-US" sz="2800" dirty="0"/>
              <a:t>. Los </a:t>
            </a:r>
            <a:r>
              <a:rPr lang="en-US" sz="2800" dirty="0" err="1"/>
              <a:t>prerrequisitos</a:t>
            </a:r>
            <a:r>
              <a:rPr lang="en-US" sz="2800" dirty="0"/>
              <a:t> </a:t>
            </a:r>
            <a:r>
              <a:rPr lang="en-US" sz="2800" dirty="0" err="1"/>
              <a:t>crean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red de </a:t>
            </a:r>
            <a:r>
              <a:rPr lang="en-US" sz="2800" dirty="0" err="1"/>
              <a:t>dependencias</a:t>
            </a:r>
            <a:r>
              <a:rPr lang="en-US" sz="2800" dirty="0"/>
              <a:t> y se </a:t>
            </a:r>
            <a:r>
              <a:rPr lang="en-US" sz="2800" dirty="0" err="1"/>
              <a:t>necesita</a:t>
            </a:r>
            <a:r>
              <a:rPr lang="en-US" sz="2800" dirty="0"/>
              <a:t> </a:t>
            </a:r>
            <a:r>
              <a:rPr lang="en-US" sz="2800" dirty="0" err="1"/>
              <a:t>validar</a:t>
            </a:r>
            <a:r>
              <a:rPr lang="en-US" sz="2800" dirty="0"/>
              <a:t> un </a:t>
            </a:r>
            <a:r>
              <a:rPr lang="en-US" sz="2800" b="1" dirty="0" err="1"/>
              <a:t>orden</a:t>
            </a:r>
            <a:r>
              <a:rPr lang="en-US" sz="2800" b="1" dirty="0"/>
              <a:t> </a:t>
            </a:r>
            <a:r>
              <a:rPr lang="en-US" sz="2800" b="1" dirty="0" err="1"/>
              <a:t>correcto</a:t>
            </a:r>
            <a:r>
              <a:rPr lang="en-US" sz="2800" dirty="0"/>
              <a:t>, </a:t>
            </a:r>
            <a:r>
              <a:rPr lang="en-US" sz="2800" dirty="0" err="1"/>
              <a:t>además</a:t>
            </a:r>
            <a:r>
              <a:rPr lang="en-US" sz="2800" dirty="0"/>
              <a:t> de </a:t>
            </a:r>
            <a:r>
              <a:rPr lang="en-US" sz="2800" dirty="0" err="1"/>
              <a:t>detectar</a:t>
            </a:r>
            <a:r>
              <a:rPr lang="en-US" sz="2800" dirty="0"/>
              <a:t> </a:t>
            </a:r>
            <a:r>
              <a:rPr lang="en-US" sz="2800" dirty="0" err="1"/>
              <a:t>ciclos</a:t>
            </a:r>
            <a:r>
              <a:rPr lang="en-US" sz="2800" dirty="0"/>
              <a:t> </a:t>
            </a:r>
            <a:r>
              <a:rPr lang="en-US" sz="2800" dirty="0" err="1"/>
              <a:t>porque</a:t>
            </a:r>
            <a:r>
              <a:rPr lang="en-US" sz="2800" dirty="0"/>
              <a:t> </a:t>
            </a:r>
            <a:r>
              <a:rPr lang="en-US" sz="2800" dirty="0" err="1"/>
              <a:t>estos</a:t>
            </a:r>
            <a:r>
              <a:rPr lang="en-US" sz="2800" dirty="0"/>
              <a:t> no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existir</a:t>
            </a:r>
            <a:r>
              <a:rPr lang="en-US" sz="2800" dirty="0"/>
              <a:t>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69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0067-FC05-C46E-BB02-766A8943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REPRESENTACIÓN DEL PROBLEMA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2583-C8CB-AD0F-65FE-1627D54EE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2341651"/>
          </a:xfrm>
        </p:spPr>
        <p:txBody>
          <a:bodyPr/>
          <a:lstStyle/>
          <a:p>
            <a:r>
              <a:rPr lang="es-MX" dirty="0"/>
              <a:t>LAS MATERIAS SON </a:t>
            </a:r>
            <a:r>
              <a:rPr lang="es-MX" b="1" dirty="0"/>
              <a:t>NODOS</a:t>
            </a:r>
          </a:p>
          <a:p>
            <a:r>
              <a:rPr lang="es-MX" dirty="0"/>
              <a:t>LOS PRERREQUISITOS SON </a:t>
            </a:r>
            <a:r>
              <a:rPr lang="es-MX" b="1" dirty="0"/>
              <a:t>ARÍSTAS DIRIGIDAS</a:t>
            </a:r>
          </a:p>
          <a:p>
            <a:r>
              <a:rPr lang="es-MX" dirty="0"/>
              <a:t>LA MALLA CURRICULAR ES UN </a:t>
            </a:r>
            <a:r>
              <a:rPr lang="es-MX" b="1" dirty="0"/>
              <a:t>GRAFO ACÍCLICO DIRECTO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675573-3BBC-C4F7-B0DC-DBA65011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97099"/>
            <a:ext cx="6082652" cy="26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1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3BC1-4A81-0350-443D-2FC25BE0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ORDENAMIENTO TOPOLÓGICO?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5B49-A6DD-59D0-20BC-721F3BCC32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Encontrar el orden valido para cursar materias es un</a:t>
            </a:r>
            <a:r>
              <a:rPr lang="es-MX" b="1" dirty="0"/>
              <a:t> problema de dependencia</a:t>
            </a:r>
            <a:r>
              <a:rPr lang="es-MX" dirty="0"/>
              <a:t>.</a:t>
            </a:r>
          </a:p>
          <a:p>
            <a:r>
              <a:rPr lang="es-MX" dirty="0"/>
              <a:t>Cada materia depende de ciertos cursos previos, lo que forma un grafo dirigido.</a:t>
            </a:r>
          </a:p>
          <a:p>
            <a:r>
              <a:rPr lang="es-MX" dirty="0"/>
              <a:t>El </a:t>
            </a:r>
            <a:r>
              <a:rPr lang="es-MX" b="1" dirty="0"/>
              <a:t>ordenamiento topológico</a:t>
            </a:r>
            <a:r>
              <a:rPr lang="es-MX" dirty="0"/>
              <a:t> es el método mas adecuado porque detecta un </a:t>
            </a:r>
            <a:r>
              <a:rPr lang="es-MX" b="1" dirty="0"/>
              <a:t>orden lineal</a:t>
            </a:r>
            <a:r>
              <a:rPr lang="es-MX" dirty="0"/>
              <a:t> de los nodos representando las dependencias.</a:t>
            </a:r>
            <a:endParaRPr lang="en-GB" dirty="0"/>
          </a:p>
        </p:txBody>
      </p:sp>
      <p:pic>
        <p:nvPicPr>
          <p:cNvPr id="1026" name="Picture 2" descr="Orden Topológico: Algoritmo de Kahn">
            <a:extLst>
              <a:ext uri="{FF2B5EF4-FFF2-40B4-BE49-F238E27FC236}">
                <a16:creationId xmlns:a16="http://schemas.microsoft.com/office/drawing/2014/main" id="{D2BD93CE-46C0-7E50-B881-929223D39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920" y="2468881"/>
            <a:ext cx="565000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70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C98C-DBFA-8FDC-C7B3-F4993F1E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ALGORITMO DE KHAN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82E84-93D8-7C3E-008C-A2980AD06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417" y="2823323"/>
            <a:ext cx="5308436" cy="313366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Buscar nodos con grado de entrada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Agregar el nodo a la cola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Eliminar aristas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Actualizar grados de los nodos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Repetir</a:t>
            </a:r>
            <a:endParaRPr lang="en-GB" sz="2400" dirty="0"/>
          </a:p>
        </p:txBody>
      </p:sp>
      <p:pic>
        <p:nvPicPr>
          <p:cNvPr id="2052" name="Picture 4" descr="Topological Sort | Kahn's Algorithm | Graph Theory - YouTube">
            <a:extLst>
              <a:ext uri="{FF2B5EF4-FFF2-40B4-BE49-F238E27FC236}">
                <a16:creationId xmlns:a16="http://schemas.microsoft.com/office/drawing/2014/main" id="{1FE8C593-2773-6CE8-A0CE-3B9F3CB6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23323"/>
            <a:ext cx="5698341" cy="320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3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D473-3977-C363-3A92-FEA5A5DA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COMPLEJIDAD DEL ALGORITMO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A6AA5-494F-E7F2-D767-E84366AA6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993" y="1881575"/>
            <a:ext cx="5212080" cy="695373"/>
          </a:xfrm>
        </p:spPr>
        <p:txBody>
          <a:bodyPr/>
          <a:lstStyle/>
          <a:p>
            <a:pPr algn="ctr"/>
            <a:r>
              <a:rPr lang="es-MX" dirty="0"/>
              <a:t>TEMPORAL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401C6-B17B-1DCD-9680-959BB25CC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694039"/>
            <a:ext cx="5212080" cy="695373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O(V+E)</a:t>
            </a:r>
            <a:endParaRPr lang="en-GB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18C05-4ADA-4757-FA86-8FAC95E5F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841" y="1881575"/>
            <a:ext cx="5212080" cy="695373"/>
          </a:xfrm>
        </p:spPr>
        <p:txBody>
          <a:bodyPr/>
          <a:lstStyle/>
          <a:p>
            <a:pPr algn="ctr"/>
            <a:r>
              <a:rPr lang="es-MX" dirty="0"/>
              <a:t>ESPACIAL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DEA47-BE4F-353E-3AF4-0CC930A2F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44" y="2757683"/>
            <a:ext cx="5212080" cy="568084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O(V+E)</a:t>
            </a:r>
            <a:endParaRPr lang="en-GB" b="1" dirty="0"/>
          </a:p>
          <a:p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9841F1A-61FD-6859-CBD8-6061EF05BD46}"/>
              </a:ext>
            </a:extLst>
          </p:cNvPr>
          <p:cNvSpPr txBox="1">
            <a:spLocks/>
          </p:cNvSpPr>
          <p:nvPr/>
        </p:nvSpPr>
        <p:spPr>
          <a:xfrm>
            <a:off x="497379" y="3644156"/>
            <a:ext cx="11348129" cy="1842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MX" b="1" dirty="0"/>
              <a:t>El algoritmo de Khan es ideal porque su complejidad tanto temporal como espacial es lineal y depende del número de materias y de dependencias entre ellas. En mallas curriculares como las de la Escuela Politécnica Nacional implementar este algoritmo resulta eficiente porque garantiza que ninguna materia aparezca antes de sus prerrequisitos.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97034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AE19-4B65-637E-5E6D-E7B90F2DDDB1}"/>
              </a:ext>
            </a:extLst>
          </p:cNvPr>
          <p:cNvSpPr txBox="1">
            <a:spLocks/>
          </p:cNvSpPr>
          <p:nvPr/>
        </p:nvSpPr>
        <p:spPr>
          <a:xfrm>
            <a:off x="384440" y="388373"/>
            <a:ext cx="10890929" cy="9397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/>
              <a:t>BREVE EXPLICACIÓN DEL CÓDIGO</a:t>
            </a:r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0B343-B8F1-5634-CFF9-9EA095B34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2" y="1058492"/>
            <a:ext cx="8582579" cy="5639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428E9-EC89-76C2-468B-8BE17051A1CE}"/>
              </a:ext>
            </a:extLst>
          </p:cNvPr>
          <p:cNvSpPr txBox="1"/>
          <p:nvPr/>
        </p:nvSpPr>
        <p:spPr>
          <a:xfrm>
            <a:off x="9093857" y="2219235"/>
            <a:ext cx="27333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Se utiliza una lista de adyacencia y un mapa de los grados de entrada de los nodos.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9101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2082-B249-B769-F0F3-68B68F3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E2E9-D175-F6F7-E114-E2081971561E}"/>
              </a:ext>
            </a:extLst>
          </p:cNvPr>
          <p:cNvSpPr txBox="1">
            <a:spLocks/>
          </p:cNvSpPr>
          <p:nvPr/>
        </p:nvSpPr>
        <p:spPr>
          <a:xfrm>
            <a:off x="384440" y="388373"/>
            <a:ext cx="10890929" cy="9397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/>
              <a:t>BREVE EXPLICACIÓN DEL CÓDIGO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CE3D7-FDE7-3F58-62D5-16FA6C2E8E8C}"/>
              </a:ext>
            </a:extLst>
          </p:cNvPr>
          <p:cNvSpPr txBox="1"/>
          <p:nvPr/>
        </p:nvSpPr>
        <p:spPr>
          <a:xfrm>
            <a:off x="8228618" y="1707958"/>
            <a:ext cx="27333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Se implementa el Algoritmo de Kahn con una Cola y una Lista. Algoritmo de Khan clásico para detectar ordenamiento topológico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46899-E4C1-2A70-887A-AAA8B10D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31" y="1005363"/>
            <a:ext cx="7304386" cy="553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42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401D-5994-03BF-E43E-A05ECC3BE57A}"/>
              </a:ext>
            </a:extLst>
          </p:cNvPr>
          <p:cNvSpPr txBox="1">
            <a:spLocks/>
          </p:cNvSpPr>
          <p:nvPr/>
        </p:nvSpPr>
        <p:spPr>
          <a:xfrm>
            <a:off x="650535" y="1106128"/>
            <a:ext cx="10890929" cy="440976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8800" dirty="0"/>
              <a:t>VEAMOS EL CÓDIGO EN FUNCIONAMIENTO </a:t>
            </a:r>
            <a:r>
              <a:rPr lang="es-MX" sz="8800" dirty="0">
                <a:sym typeface="Wingdings" panose="05000000000000000000" pitchFamily="2" charset="2"/>
              </a:rPr>
              <a:t></a:t>
            </a:r>
            <a:endParaRPr lang="en-GB" sz="8800" dirty="0"/>
          </a:p>
        </p:txBody>
      </p:sp>
    </p:spTree>
    <p:extLst>
      <p:ext uri="{BB962C8B-B14F-4D97-AF65-F5344CB8AC3E}">
        <p14:creationId xmlns:p14="http://schemas.microsoft.com/office/powerpoint/2010/main" val="20952426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284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Grandview Display</vt:lpstr>
      <vt:lpstr>Wingdings</vt:lpstr>
      <vt:lpstr>DashVTI</vt:lpstr>
      <vt:lpstr>PROYECTO DE ORDENAMIENTO TOPOLÓGICO</vt:lpstr>
      <vt:lpstr>¿En qué orden debo tomar mis materias?</vt:lpstr>
      <vt:lpstr>REPRESENTACIÓN DEL PROBLEMA</vt:lpstr>
      <vt:lpstr>¿POR QUÉ ORDENAMIENTO TOPOLÓGICO?</vt:lpstr>
      <vt:lpstr>ALGORITMO DE KHAN</vt:lpstr>
      <vt:lpstr>COMPLEJIDAD DEL ALGORITMO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ALEXIS BAJANA HURTADO</dc:creator>
  <cp:lastModifiedBy>ERICK ALEXIS BAJANA HURTADO</cp:lastModifiedBy>
  <cp:revision>1</cp:revision>
  <dcterms:created xsi:type="dcterms:W3CDTF">2025-11-25T14:40:27Z</dcterms:created>
  <dcterms:modified xsi:type="dcterms:W3CDTF">2025-11-25T15:05:35Z</dcterms:modified>
</cp:coreProperties>
</file>